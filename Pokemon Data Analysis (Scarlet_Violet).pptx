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336204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33620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3362042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3362042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336204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336204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336204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336204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3362042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13362042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3362042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3362042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3362042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3362042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13362042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13362042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3362042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13362042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13362042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13362042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362042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13362042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362042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3362042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Pokemon Data Analysis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(Scarlet/Violet)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06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Rishi Rana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Purpose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●"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 data analysis on the pokemon from Paldea Region (Scarlet/Violet). </a:t>
            </a:r>
            <a:b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●"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Displays stats for pokemon, including their base stats, types, catch rates, and egg cycles. </a:t>
            </a:r>
            <a:b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Char char="●"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Goal is to analyze these values to find insights that can help players enhance their gameplay.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Analysis Questions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What are the top 5 Pokémon with the highest total base stats?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What are the most common Pokémon in Scarlet/Violet based on catch rate?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What are the least common Pokémon based on catch rate?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Which Pokémon have the lowest egg cycles in this Paldea?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Who are the Beneficiaries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Players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omic Sans MS"/>
              <a:buChar char="○"/>
            </a:pPr>
            <a:r>
              <a:rPr lang="en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more early game players, they can use the low egg cycles of the pokemon for breeding mechanics and speed up a lot of early game progression|</a:t>
            </a:r>
            <a:br>
              <a:rPr lang="en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omic Sans MS"/>
              <a:buChar char="○"/>
            </a:pPr>
            <a:r>
              <a:rPr lang="en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 using the base statistics, you can create a decently high valued team to help in either the competitive scene or just throughout progression</a:t>
            </a:r>
            <a:endParaRPr sz="2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Methodology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used the pokemonDB database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Scraped all pokemon from the paldea region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Transformed everything into a dataframe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the dataframes, I created graphs and answered the analysis questions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20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Tools Used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89352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Python – The primary coding language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Requests – Scraping the date off web pages and collect HTML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BeautifulSoup – Parsing and navigating HTML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Pandas – Organizing data into Data Frames and preforming statistical analysis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Matplotlib – Creating visuals (bar graphs) to help show trends and insights</a:t>
            </a:r>
            <a:b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Seaborn – Create a more user-friendly graph that is more appeasing to viewers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Analysis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of Analysis: Each Pokemon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 of Pokemon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Types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Total Base Stat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Catch Rate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○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Egg Cycles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13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Results: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1. What are the top 5 Pokémon with the highest total base stats?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63" y="710225"/>
            <a:ext cx="6871475" cy="43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Results: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2. 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are the most common Pokémon in Scarlet/Violet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325" y="725100"/>
            <a:ext cx="6643343" cy="44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13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Results: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What are the least common Pokémon based on catch rate?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063" y="710225"/>
            <a:ext cx="6801870" cy="44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Results: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Which Pokémon have the lowest egg cycles in this Paldea?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675" y="587775"/>
            <a:ext cx="6826176" cy="46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Overall Conclusion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Players can use the low egg cycles of the Magikarp and Gyarados for breeding mechanics and speed up a lot of early game progression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 using Slacking along with a version exclusive (Miraidon or Koraidon) would be very beneficial towards your party for progression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Future Work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Char char="●"/>
            </a:pPr>
            <a:r>
              <a:rPr lang="en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would want to continue to analyze the different types of Pokémon (strengths and weaknesses) and compare those along with the base stats to start helping out the competitive scenes.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